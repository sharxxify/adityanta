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Maragsa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2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639800" y="-72736"/>
            <a:ext cx="8895999" cy="10855445"/>
            <a:chOff x="0" y="0"/>
            <a:chExt cx="5775959" cy="7048180"/>
          </a:xfrm>
        </p:grpSpPr>
        <p:sp>
          <p:nvSpPr>
            <p:cNvPr id="4" name="Freeform 4"/>
            <p:cNvSpPr/>
            <p:nvPr/>
          </p:nvSpPr>
          <p:spPr>
            <a:xfrm>
              <a:off x="-709" y="10613"/>
              <a:ext cx="5777620" cy="7035371"/>
            </a:xfrm>
            <a:custGeom>
              <a:avLst/>
              <a:gdLst/>
              <a:ahLst/>
              <a:cxnLst/>
              <a:rect l="l" t="t" r="r" b="b"/>
              <a:pathLst>
                <a:path w="5777620" h="7035371">
                  <a:moveTo>
                    <a:pt x="5758371" y="7017275"/>
                  </a:moveTo>
                  <a:cubicBezTo>
                    <a:pt x="4294601" y="7041377"/>
                    <a:pt x="2736995" y="7018402"/>
                    <a:pt x="1281014" y="7028408"/>
                  </a:cubicBezTo>
                  <a:cubicBezTo>
                    <a:pt x="976267" y="7020376"/>
                    <a:pt x="646795" y="7042774"/>
                    <a:pt x="329068" y="7029253"/>
                  </a:cubicBezTo>
                  <a:cubicBezTo>
                    <a:pt x="257611" y="7020657"/>
                    <a:pt x="-129720" y="7121132"/>
                    <a:pt x="120011" y="6746159"/>
                  </a:cubicBezTo>
                  <a:cubicBezTo>
                    <a:pt x="208406" y="6684580"/>
                    <a:pt x="107648" y="6577909"/>
                    <a:pt x="137690" y="6480679"/>
                  </a:cubicBezTo>
                  <a:cubicBezTo>
                    <a:pt x="248586" y="6353858"/>
                    <a:pt x="120382" y="6163484"/>
                    <a:pt x="49048" y="5970716"/>
                  </a:cubicBezTo>
                  <a:cubicBezTo>
                    <a:pt x="43114" y="5810498"/>
                    <a:pt x="159202" y="5681562"/>
                    <a:pt x="87620" y="5510917"/>
                  </a:cubicBezTo>
                  <a:cubicBezTo>
                    <a:pt x="94173" y="5429892"/>
                    <a:pt x="90340" y="5287429"/>
                    <a:pt x="24446" y="5219368"/>
                  </a:cubicBezTo>
                  <a:cubicBezTo>
                    <a:pt x="-68760" y="5163144"/>
                    <a:pt x="136578" y="4991230"/>
                    <a:pt x="108885" y="4837071"/>
                  </a:cubicBezTo>
                  <a:cubicBezTo>
                    <a:pt x="117044" y="4695032"/>
                    <a:pt x="107154" y="4530445"/>
                    <a:pt x="82304" y="4362477"/>
                  </a:cubicBezTo>
                  <a:cubicBezTo>
                    <a:pt x="88609" y="4304844"/>
                    <a:pt x="116426" y="4251860"/>
                    <a:pt x="105423" y="4196482"/>
                  </a:cubicBezTo>
                  <a:cubicBezTo>
                    <a:pt x="109132" y="4115738"/>
                    <a:pt x="199010" y="4034995"/>
                    <a:pt x="132745" y="3967357"/>
                  </a:cubicBezTo>
                  <a:cubicBezTo>
                    <a:pt x="121248" y="3955943"/>
                    <a:pt x="134599" y="3936638"/>
                    <a:pt x="149064" y="3915924"/>
                  </a:cubicBezTo>
                  <a:cubicBezTo>
                    <a:pt x="138803" y="3905215"/>
                    <a:pt x="54611" y="3746124"/>
                    <a:pt x="91700" y="3680740"/>
                  </a:cubicBezTo>
                  <a:cubicBezTo>
                    <a:pt x="89598" y="3610143"/>
                    <a:pt x="163776" y="3618316"/>
                    <a:pt x="91947" y="3464298"/>
                  </a:cubicBezTo>
                  <a:cubicBezTo>
                    <a:pt x="44226" y="3449080"/>
                    <a:pt x="196414" y="3260115"/>
                    <a:pt x="261567" y="3119062"/>
                  </a:cubicBezTo>
                  <a:cubicBezTo>
                    <a:pt x="242528" y="3038741"/>
                    <a:pt x="290867" y="2969835"/>
                    <a:pt x="311266" y="2888669"/>
                  </a:cubicBezTo>
                  <a:cubicBezTo>
                    <a:pt x="333024" y="2770584"/>
                    <a:pt x="311018" y="2698155"/>
                    <a:pt x="423892" y="2592611"/>
                  </a:cubicBezTo>
                  <a:cubicBezTo>
                    <a:pt x="457025" y="2510882"/>
                    <a:pt x="373080" y="2417879"/>
                    <a:pt x="415114" y="2293171"/>
                  </a:cubicBezTo>
                  <a:cubicBezTo>
                    <a:pt x="396817" y="2276403"/>
                    <a:pt x="448371" y="2257520"/>
                    <a:pt x="415238" y="2229056"/>
                  </a:cubicBezTo>
                  <a:cubicBezTo>
                    <a:pt x="400526" y="2206510"/>
                    <a:pt x="370979" y="2211160"/>
                    <a:pt x="399661" y="2164095"/>
                  </a:cubicBezTo>
                  <a:cubicBezTo>
                    <a:pt x="389399" y="2145213"/>
                    <a:pt x="432793" y="2009514"/>
                    <a:pt x="409798" y="1911297"/>
                  </a:cubicBezTo>
                  <a:cubicBezTo>
                    <a:pt x="405842" y="1899461"/>
                    <a:pt x="470871" y="1857328"/>
                    <a:pt x="445033" y="1828300"/>
                  </a:cubicBezTo>
                  <a:cubicBezTo>
                    <a:pt x="474209" y="1760803"/>
                    <a:pt x="378767" y="1720361"/>
                    <a:pt x="459621" y="1565920"/>
                  </a:cubicBezTo>
                  <a:cubicBezTo>
                    <a:pt x="412889" y="1527451"/>
                    <a:pt x="430073" y="1481513"/>
                    <a:pt x="425994" y="1436421"/>
                  </a:cubicBezTo>
                  <a:cubicBezTo>
                    <a:pt x="480514" y="1363146"/>
                    <a:pt x="502149" y="1209410"/>
                    <a:pt x="623677" y="933926"/>
                  </a:cubicBezTo>
                  <a:cubicBezTo>
                    <a:pt x="687964" y="838105"/>
                    <a:pt x="680052" y="694092"/>
                    <a:pt x="762265" y="450031"/>
                  </a:cubicBezTo>
                  <a:cubicBezTo>
                    <a:pt x="736921" y="418889"/>
                    <a:pt x="869081" y="429740"/>
                    <a:pt x="958465" y="230066"/>
                  </a:cubicBezTo>
                  <a:cubicBezTo>
                    <a:pt x="943382" y="154678"/>
                    <a:pt x="1043151" y="84926"/>
                    <a:pt x="1000993" y="96"/>
                  </a:cubicBezTo>
                  <a:cubicBezTo>
                    <a:pt x="1402294" y="10806"/>
                    <a:pt x="1889888" y="-749"/>
                    <a:pt x="2378223" y="2351"/>
                  </a:cubicBezTo>
                  <a:cubicBezTo>
                    <a:pt x="3365527" y="6437"/>
                    <a:pt x="4281743" y="3619"/>
                    <a:pt x="5255818" y="2633"/>
                  </a:cubicBezTo>
                  <a:cubicBezTo>
                    <a:pt x="5986853" y="104231"/>
                    <a:pt x="5715224" y="-600528"/>
                    <a:pt x="5776668" y="2535260"/>
                  </a:cubicBezTo>
                  <a:cubicBezTo>
                    <a:pt x="5743535" y="3995399"/>
                    <a:pt x="5796353" y="5636752"/>
                    <a:pt x="5758371" y="7017275"/>
                  </a:cubicBezTo>
                  <a:close/>
                </a:path>
              </a:pathLst>
            </a:custGeom>
            <a:blipFill>
              <a:blip r:embed="rId3"/>
              <a:stretch>
                <a:fillRect l="-41384" r="-4138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634600" y="8260577"/>
            <a:ext cx="2397329" cy="2397329"/>
            <a:chOff x="0" y="0"/>
            <a:chExt cx="19050000" cy="19050000"/>
          </a:xfrm>
        </p:grpSpPr>
        <p:sp>
          <p:nvSpPr>
            <p:cNvPr id="6" name="Freeform 6"/>
            <p:cNvSpPr/>
            <p:nvPr/>
          </p:nvSpPr>
          <p:spPr>
            <a:xfrm>
              <a:off x="741564" y="780669"/>
              <a:ext cx="17566872" cy="17488662"/>
            </a:xfrm>
            <a:custGeom>
              <a:avLst/>
              <a:gdLst/>
              <a:ahLst/>
              <a:cxnLst/>
              <a:rect l="l" t="t" r="r" b="b"/>
              <a:pathLst>
                <a:path w="17566872" h="1748866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4"/>
              <a:stretch>
                <a:fillRect l="-58720" r="-58770" b="-2297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9050000" cy="19050000"/>
            </a:xfrm>
            <a:custGeom>
              <a:avLst/>
              <a:gdLst/>
              <a:ahLst/>
              <a:cxnLst/>
              <a:rect l="l" t="t" r="r" b="b"/>
              <a:pathLst>
                <a:path w="19050000" h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61971" y="8260577"/>
            <a:ext cx="2397329" cy="2397329"/>
            <a:chOff x="0" y="0"/>
            <a:chExt cx="19050000" cy="19050000"/>
          </a:xfrm>
        </p:grpSpPr>
        <p:sp>
          <p:nvSpPr>
            <p:cNvPr id="9" name="Freeform 9"/>
            <p:cNvSpPr/>
            <p:nvPr/>
          </p:nvSpPr>
          <p:spPr>
            <a:xfrm>
              <a:off x="741564" y="780669"/>
              <a:ext cx="17566872" cy="17488662"/>
            </a:xfrm>
            <a:custGeom>
              <a:avLst/>
              <a:gdLst/>
              <a:ahLst/>
              <a:cxnLst/>
              <a:rect l="l" t="t" r="r" b="b"/>
              <a:pathLst>
                <a:path w="17566872" h="1748866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6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9050000" cy="19050000"/>
            </a:xfrm>
            <a:custGeom>
              <a:avLst/>
              <a:gdLst/>
              <a:ahLst/>
              <a:cxnLst/>
              <a:rect l="l" t="t" r="r" b="b"/>
              <a:pathLst>
                <a:path w="19050000" h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131266" y="8260577"/>
            <a:ext cx="2397329" cy="2397329"/>
            <a:chOff x="0" y="0"/>
            <a:chExt cx="19050000" cy="19050000"/>
          </a:xfrm>
        </p:grpSpPr>
        <p:sp>
          <p:nvSpPr>
            <p:cNvPr id="12" name="Freeform 12"/>
            <p:cNvSpPr/>
            <p:nvPr/>
          </p:nvSpPr>
          <p:spPr>
            <a:xfrm>
              <a:off x="741564" y="780669"/>
              <a:ext cx="17566872" cy="17488662"/>
            </a:xfrm>
            <a:custGeom>
              <a:avLst/>
              <a:gdLst/>
              <a:ahLst/>
              <a:cxnLst/>
              <a:rect l="l" t="t" r="r" b="b"/>
              <a:pathLst>
                <a:path w="17566872" h="1748866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7"/>
              <a:stretch>
                <a:fillRect l="-7628" r="-76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9050000" cy="19050000"/>
            </a:xfrm>
            <a:custGeom>
              <a:avLst/>
              <a:gdLst/>
              <a:ahLst/>
              <a:cxnLst/>
              <a:rect l="l" t="t" r="r" b="b"/>
              <a:pathLst>
                <a:path w="19050000" h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5215" y="4408666"/>
            <a:ext cx="7832624" cy="3710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70"/>
              </a:lnSpc>
              <a:spcBef>
                <a:spcPct val="0"/>
              </a:spcBef>
            </a:pPr>
            <a:r>
              <a:rPr lang="en-US" sz="23992">
                <a:solidFill>
                  <a:srgbClr val="A60500"/>
                </a:solidFill>
                <a:latin typeface="Maragsa"/>
                <a:ea typeface="Maragsa"/>
                <a:cs typeface="Maragsa"/>
                <a:sym typeface="Maragsa"/>
              </a:rPr>
              <a:t>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Maragsa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nishant01bpl@gmail.cpm</cp:lastModifiedBy>
  <cp:revision>3</cp:revision>
  <dcterms:created xsi:type="dcterms:W3CDTF">2006-08-16T00:00:00Z</dcterms:created>
  <dcterms:modified xsi:type="dcterms:W3CDTF">2026-05-28T23:27:38Z</dcterms:modified>
  <dc:identifier>DAHK8oc0x7Q</dc:identifier>
</cp:coreProperties>
</file>